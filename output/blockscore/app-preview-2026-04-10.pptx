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30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15600" y="548640"/>
            <a:ext cx="256032" cy="256032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844784" y="548640"/>
            <a:ext cx="256032" cy="256032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173968" y="548640"/>
            <a:ext cx="256032" cy="256032"/>
          </a:xfrm>
          <a:prstGeom prst="round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0" y="877824"/>
            <a:ext cx="256032" cy="256032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844784" y="877824"/>
            <a:ext cx="256032" cy="256032"/>
          </a:xfrm>
          <a:prstGeom prst="round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1173968" y="877824"/>
            <a:ext cx="256032" cy="256032"/>
          </a:xfrm>
          <a:prstGeom prst="round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515600" y="1207008"/>
            <a:ext cx="256032" cy="256032"/>
          </a:xfrm>
          <a:prstGeom prst="round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844784" y="1207008"/>
            <a:ext cx="256032" cy="256032"/>
          </a:xfrm>
          <a:prstGeom prst="round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173968" y="1207008"/>
            <a:ext cx="256032" cy="256032"/>
          </a:xfrm>
          <a:prstGeom prst="round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7927" y="2428672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Inter Tight"/>
              </a:defRPr>
            </a:pPr>
            <a:r>
              <a:rPr dirty="0" err="1"/>
              <a:t>BlockScore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94457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>
                <a:solidFill>
                  <a:srgbClr val="A1E8D9"/>
                </a:solidFill>
                <a:latin typeface="Inter"/>
              </a:defRPr>
            </a:pPr>
            <a:r>
              <a:rPr dirty="0"/>
              <a:t>Anonymous tenant feedback. Actionable building insights.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123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DD4C6"/>
                </a:solidFill>
                <a:latin typeface="Inter Tight"/>
              </a:defRPr>
            </a:pPr>
            <a:r>
              <a:t>blockscore.net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Inter Tight"/>
              </a:defRPr>
            </a:pPr>
            <a: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1E8D9"/>
                </a:solidFill>
                <a:latin typeface="Inter"/>
              </a:defRPr>
            </a:pPr>
            <a:r>
              <a:t>Tenants complete a short, anonymous mobile survey about their building experience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Aggregate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1E8D9"/>
                </a:solidFill>
                <a:latin typeface="Inter"/>
              </a:defRPr>
            </a:pPr>
            <a:r>
              <a:t>Responses are anonymised and combined — individual answers are never shared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Inter Tight"/>
              </a:defRPr>
            </a:pPr>
            <a:r>
              <a:t>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1E8D9"/>
                </a:solidFill>
                <a:latin typeface="Inter"/>
              </a:defRPr>
            </a:pPr>
            <a:r>
              <a:t>Property managers receive actionable building scores and improvement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274320"/>
            <a:ext cx="27432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Platform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DD4C6"/>
                </a:solidFill>
                <a:latin typeface="Inter Tight"/>
              </a:defRPr>
            </a:pPr>
            <a:r>
              <a:t>100%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" y="4023360"/>
            <a:ext cx="155448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1E8D9"/>
                </a:solidFill>
                <a:latin typeface="Inter"/>
              </a:defRPr>
            </a:pPr>
            <a:r>
              <a:t>Anonymous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67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DD4AA"/>
                </a:solidFill>
                <a:latin typeface="Inter Tight"/>
              </a:defRPr>
            </a:pPr>
            <a: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803904" y="4023360"/>
            <a:ext cx="1554480" cy="54864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467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1E8D9"/>
                </a:solidFill>
                <a:latin typeface="Inter"/>
              </a:defRPr>
            </a:pPr>
            <a:r>
              <a:t>Survey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99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6FFCE0"/>
                </a:solidFill>
                <a:latin typeface="Inter Tight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47104" y="4023360"/>
            <a:ext cx="1554480" cy="54864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99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1E8D9"/>
                </a:solidFill>
                <a:latin typeface="Inter"/>
              </a:defRPr>
            </a:pPr>
            <a:r>
              <a:t>Insight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33104" y="2286000"/>
            <a:ext cx="24688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4DD4C6"/>
                </a:solidFill>
                <a:latin typeface="Inter Tight"/>
              </a:defRPr>
            </a:pPr>
            <a:r>
              <a:t>5+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0304" y="4023360"/>
            <a:ext cx="155448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33104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A1E8D9"/>
                </a:solidFill>
                <a:latin typeface="Inter"/>
              </a:defRPr>
            </a:pPr>
            <a:r>
              <a:t>Responses to unlock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2560320"/>
            <a:ext cx="18288" cy="2286000"/>
          </a:xfrm>
          <a:prstGeom prst="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52744" y="2560320"/>
            <a:ext cx="18288" cy="2286000"/>
          </a:xfrm>
          <a:prstGeom prst="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95944" y="2560320"/>
            <a:ext cx="18288" cy="2286000"/>
          </a:xfrm>
          <a:prstGeom prst="rect">
            <a:avLst/>
          </a:prstGeom>
          <a:solidFill>
            <a:srgbClr val="1547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Built for Property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13583" cy="438912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1358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Tenants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1E8D9"/>
                </a:solidFill>
                <a:latin typeface="Inter"/>
              </a:defRPr>
            </a:pPr>
            <a:r>
              <a:t>Complete anonymous surveys from any device in under 5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645920"/>
            <a:ext cx="2613583" cy="438912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45103" y="1645920"/>
            <a:ext cx="2613583" cy="91440"/>
          </a:xfrm>
          <a:prstGeom prst="rect">
            <a:avLst/>
          </a:prstGeom>
          <a:solidFill>
            <a:srgbClr val="2D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983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D4AA"/>
                </a:solidFill>
                <a:latin typeface="Inter Tight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Body Corps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1E8D9"/>
                </a:solidFill>
                <a:latin typeface="Inter"/>
              </a:defRPr>
            </a:pPr>
            <a:r>
              <a:t>Receive aggregated building scores and resident satisfaction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45920"/>
            <a:ext cx="2613583" cy="438912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3007" y="1645920"/>
            <a:ext cx="2613583" cy="91440"/>
          </a:xfrm>
          <a:prstGeom prst="rect">
            <a:avLst/>
          </a:prstGeom>
          <a:solidFill>
            <a:srgbClr val="6FF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5887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FFCE0"/>
                </a:solidFill>
                <a:latin typeface="Inter Tight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Strata Mgrs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1E8D9"/>
                </a:solidFill>
                <a:latin typeface="Inter"/>
              </a:defRPr>
            </a:pPr>
            <a:r>
              <a:t>Benchmark buildings across your portfolio with clear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645920"/>
            <a:ext cx="2613583" cy="4389120"/>
          </a:xfrm>
          <a:prstGeom prst="roundRect">
            <a:avLst/>
          </a:prstGeom>
          <a:solidFill>
            <a:srgbClr val="113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20911" y="1645920"/>
            <a:ext cx="2613583" cy="91440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3791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DD4C6"/>
                </a:solidFill>
                <a:latin typeface="Inter Tight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3791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Inter Tight"/>
              </a:defRPr>
            </a:pPr>
            <a:r>
              <a:t>Investors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1E8D9"/>
                </a:solidFill>
                <a:latin typeface="Inter"/>
              </a:defRPr>
            </a:pPr>
            <a:r>
              <a:t>Access independent property intelligence for due diligence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44" y="4537710"/>
            <a:ext cx="12191695" cy="2286000"/>
          </a:xfrm>
          <a:prstGeom prst="rect">
            <a:avLst/>
          </a:prstGeom>
          <a:solidFill>
            <a:srgbClr val="0A2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 Tight"/>
              </a:defRPr>
            </a:pPr>
            <a:r>
              <a:t>Get Your Building's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0552" cy="73152"/>
          </a:xfrm>
          <a:prstGeom prst="rect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2037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03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Visit blockscore.net</a:t>
            </a:r>
          </a:p>
        </p:txBody>
      </p:sp>
      <p:sp>
        <p:nvSpPr>
          <p:cNvPr id="9" name="Oval 8"/>
          <p:cNvSpPr/>
          <p:nvPr/>
        </p:nvSpPr>
        <p:spPr>
          <a:xfrm>
            <a:off x="58613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613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Request a demo</a:t>
            </a:r>
          </a:p>
        </p:txBody>
      </p:sp>
      <p:sp>
        <p:nvSpPr>
          <p:cNvPr id="12" name="Oval 11"/>
          <p:cNvSpPr/>
          <p:nvPr/>
        </p:nvSpPr>
        <p:spPr>
          <a:xfrm>
            <a:off x="9518904" y="4846320"/>
            <a:ext cx="457200" cy="457200"/>
          </a:xfrm>
          <a:prstGeom prst="ellipse">
            <a:avLst/>
          </a:prstGeom>
          <a:solidFill>
            <a:srgbClr val="4DD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18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E28"/>
                </a:solidFill>
                <a:latin typeface="Inter Tight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Inter"/>
              </a:defRPr>
            </a:pPr>
            <a:r>
              <a:t>See your building's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4DD4C6"/>
                </a:solidFill>
                <a:latin typeface="Inter Tight"/>
              </a:defRPr>
            </a:pPr>
            <a:r>
              <a:t>blockscore.net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141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Angus Williams</cp:lastModifiedBy>
  <cp:revision>3</cp:revision>
  <dcterms:created xsi:type="dcterms:W3CDTF">2013-01-27T09:14:16Z</dcterms:created>
  <dcterms:modified xsi:type="dcterms:W3CDTF">2026-04-18T04:04:48Z</dcterms:modified>
  <cp:category/>
</cp:coreProperties>
</file>